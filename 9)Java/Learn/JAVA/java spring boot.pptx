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7533"/>
            <a:ext cx="10312400" cy="5801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3586"/>
            <a:ext cx="10312400" cy="58093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0036"/>
            <a:ext cx="10312400" cy="5796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96012"/>
            <a:ext cx="10312400" cy="5764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94655"/>
            <a:ext cx="10312400" cy="5767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5750"/>
            <a:ext cx="10312400" cy="5785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5750"/>
            <a:ext cx="10312400" cy="5785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7533"/>
            <a:ext cx="10312400" cy="58014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80737"/>
            <a:ext cx="10312400" cy="5795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59641"/>
            <a:ext cx="10312400" cy="5837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2548"/>
            <a:ext cx="10312400" cy="5811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2025-09-16T13:31:22Z</dcterms:created>
  <dcterms:modified xsi:type="dcterms:W3CDTF">2025-09-16T13:31:22Z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2025-09-16T00:00:00Z</vt:filetime>
  </property>
  <property fmtid="{D5CDD505-2E9C-101B-9397-08002B2CF9AE}" pid="4" name="Producer">
    <vt:lpwstr>3-Heights(TM) PDF Security Shell 4.8.25.2 (http://www.pdf-tools.com)</vt:lpwstr>
  </property>
</Properties>
</file>